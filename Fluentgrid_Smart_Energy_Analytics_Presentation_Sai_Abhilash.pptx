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388" autoAdjust="0"/>
  </p:normalViewPr>
  <p:slideViewPr>
    <p:cSldViewPr snapToGrid="0" snapToObjects="1">
      <p:cViewPr varScale="1">
        <p:scale>
          <a:sx n="89" d="100"/>
          <a:sy n="89" d="100"/>
        </p:scale>
        <p:origin x="1013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5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097280"/>
            <a:ext cx="7224285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rgbClr val="FFFFFF"/>
                </a:solidFill>
              </a:rPr>
              <a:t>Smart Energy Consumption &amp; Billing </a:t>
            </a:r>
            <a:endParaRPr lang="en-IN" sz="3600" b="1" dirty="0">
              <a:solidFill>
                <a:srgbClr val="FFFFFF"/>
              </a:solidFill>
            </a:endParaRPr>
          </a:p>
          <a:p>
            <a:r>
              <a:rPr sz="3600" b="1" dirty="0">
                <a:solidFill>
                  <a:srgbClr val="FFFFFF"/>
                </a:solidFill>
              </a:rPr>
              <a:t>Analytics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DCE6F1"/>
                </a:solidFill>
              </a:rPr>
              <a:t>A Domain-Aligned Analytics Case Study Inspired by Fluentgrid
Prepared by Sai Abhilash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F708812-5EE7-B430-C374-8E9AA0C96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07999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" y="274320"/>
            <a:ext cx="11430000" cy="731520"/>
          </a:xfrm>
          <a:prstGeom prst="round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Technical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1206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• Python ETL with Pandas</a:t>
            </a:r>
          </a:p>
          <a:p>
            <a:r>
              <a:rPr sz="1800"/>
              <a:t>• Data cleaning and merging</a:t>
            </a:r>
          </a:p>
          <a:p>
            <a:r>
              <a:rPr sz="1800"/>
              <a:t>• Monthly aggregation</a:t>
            </a:r>
          </a:p>
          <a:p>
            <a:r>
              <a:rPr sz="1800"/>
              <a:t>• Anomaly detection logic</a:t>
            </a:r>
          </a:p>
          <a:p>
            <a:r>
              <a:rPr sz="1800"/>
              <a:t>• SQL storage and querying</a:t>
            </a:r>
          </a:p>
          <a:p>
            <a:r>
              <a:rPr sz="1800"/>
              <a:t>• Power BI dashboard creation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D0DDAC-0BFB-7C3F-CBE2-F988BBBD6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474720"/>
            <a:ext cx="8577824" cy="7955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" y="274320"/>
            <a:ext cx="11430000" cy="731520"/>
          </a:xfrm>
          <a:prstGeom prst="round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Dashboard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1206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• Total Units: 365.31K</a:t>
            </a:r>
          </a:p>
          <a:p>
            <a:r>
              <a:rPr sz="1800"/>
              <a:t>• Revenue: ₹1.96M</a:t>
            </a:r>
          </a:p>
          <a:p>
            <a:r>
              <a:rPr sz="1800"/>
              <a:t>• Avg Consumption: 194.52</a:t>
            </a:r>
          </a:p>
          <a:p>
            <a:r>
              <a:rPr sz="1800"/>
              <a:t>• Anomalies: 427 High</a:t>
            </a:r>
          </a:p>
          <a:p>
            <a:r>
              <a:rPr sz="1800"/>
              <a:t>• Dynamic year/city filters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EE80D2-5789-7ABC-6D80-E5419AD16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2" y="2907792"/>
            <a:ext cx="8988754" cy="39502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" y="274320"/>
            <a:ext cx="11430000" cy="731520"/>
          </a:xfrm>
          <a:prstGeom prst="round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Key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255448" cy="41549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400" dirty="0"/>
              <a:t>✔ Bareilly drives majority of revenue (63%)</a:t>
            </a:r>
          </a:p>
          <a:p>
            <a:endParaRPr lang="en-IN" sz="2400" dirty="0"/>
          </a:p>
          <a:p>
            <a:r>
              <a:rPr lang="en-IN" sz="2400" dirty="0"/>
              <a:t>✔ Mathura has higher anomaly concentration (risk zone)</a:t>
            </a:r>
          </a:p>
          <a:p>
            <a:endParaRPr lang="en-IN" sz="2400" dirty="0"/>
          </a:p>
          <a:p>
            <a:r>
              <a:rPr lang="en-IN" sz="2400" dirty="0"/>
              <a:t>✔ ~23% consumption records are abnormal</a:t>
            </a:r>
          </a:p>
          <a:p>
            <a:endParaRPr lang="en-IN" sz="2400" dirty="0"/>
          </a:p>
          <a:p>
            <a:r>
              <a:rPr lang="en-IN" sz="2400" dirty="0"/>
              <a:t>✔ Peak usage observed in summer months</a:t>
            </a:r>
          </a:p>
          <a:p>
            <a:endParaRPr lang="en-IN" sz="2400" dirty="0"/>
          </a:p>
          <a:p>
            <a:r>
              <a:rPr lang="en-IN" sz="2400" dirty="0"/>
              <a:t>✔ 156% growth in Bareilly (2019 → 2020)</a:t>
            </a:r>
          </a:p>
          <a:p>
            <a:endParaRPr lang="en-IN" sz="2400" dirty="0"/>
          </a:p>
          <a:p>
            <a:r>
              <a:rPr lang="en-IN" sz="2400" dirty="0"/>
              <a:t>✔ Repeated anomalies in specific meters</a:t>
            </a:r>
            <a:endParaRPr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" y="274320"/>
            <a:ext cx="11430000" cy="731520"/>
          </a:xfrm>
          <a:prstGeom prst="round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Business Value to Fluentgrid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581866" cy="4893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400" dirty="0"/>
              <a:t>✔ Enables smart meter analytics for utilities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✔ Improves revenue through consumption insights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✔ Detects anomalies (~23%) for loss prevention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✔ Supports demand forecasting (seasonal trends)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✔ Enhances operational efficiency (risk zones)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✔ Provides interactive decision-making dashboards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✔ Scalable for smart city implementations</a:t>
            </a:r>
            <a:endParaRPr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Thank You
Excited to Contribute to Fluentgrid as an Intern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207</Words>
  <Application>Microsoft Office PowerPoint</Application>
  <PresentationFormat>On-screen Show (4:3)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Karri Sai Abhilash</cp:lastModifiedBy>
  <cp:revision>4</cp:revision>
  <dcterms:created xsi:type="dcterms:W3CDTF">2013-01-27T09:14:16Z</dcterms:created>
  <dcterms:modified xsi:type="dcterms:W3CDTF">2026-04-07T08:31:55Z</dcterms:modified>
  <cp:category/>
</cp:coreProperties>
</file>